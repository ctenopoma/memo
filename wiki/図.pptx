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B9FF"/>
    <a:srgbClr val="FF9999"/>
    <a:srgbClr val="7ABEE6"/>
    <a:srgbClr val="B3B3B3"/>
    <a:srgbClr val="FFFFFF"/>
    <a:srgbClr val="3D8DCC"/>
    <a:srgbClr val="FFFF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220" autoAdjust="0"/>
  </p:normalViewPr>
  <p:slideViewPr>
    <p:cSldViewPr snapToGrid="0">
      <p:cViewPr>
        <p:scale>
          <a:sx n="75" d="100"/>
          <a:sy n="75" d="100"/>
        </p:scale>
        <p:origin x="708" y="3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7C7D1-309E-42E6-A330-C71875F5290D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53D6FB-7632-40AD-90D7-55FB7F33F7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0902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53D6FB-7632-40AD-90D7-55FB7F33F72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3276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53D6FB-7632-40AD-90D7-55FB7F33F727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7172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8720DE-5C06-9538-75D5-638FA8EF2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4598D17-AE57-0033-E0DC-D16B601C7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E70AAE-7770-386A-2ED1-F6E2336E8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5A08-4BB6-4743-80A2-BEC5EBDAE250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0EE015-F35F-4B80-D54B-F7EFD7A87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953581-60EB-CE4F-BF56-14C70CC3F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C2D71-10BA-4A0B-A8A6-0C0EFD1BE3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4635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E0DAB2-5E9C-F105-4F3E-106177D5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2E4C1D-204F-9681-443B-C18045164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2BDFB4-8D1E-2A94-40E5-F7B0C6654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5A08-4BB6-4743-80A2-BEC5EBDAE250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3F17CF-C4A8-9580-D55C-C2DA3AD0A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AC72B9-33A9-E255-2E5A-B5F0E7370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C2D71-10BA-4A0B-A8A6-0C0EFD1BE3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7995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6422A-DAA0-AFA1-F947-A74CE0AFD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621C0A5-E868-8CE5-7E8F-1A91D783B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A75E2A-F165-878E-7ACC-077062AAB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5A08-4BB6-4743-80A2-BEC5EBDAE250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A06612-5D57-74F5-804A-51C06E194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2508A7-88CD-F554-F7CF-4B8C7100F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C2D71-10BA-4A0B-A8A6-0C0EFD1BE3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4644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B51BDE-A3BF-23AC-B4F0-1D5275C7D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271C5F-0CA6-54CC-EE35-563DC98D66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7521A0-4E08-8BDB-DED6-9D45DC92E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A999740-1837-964F-3006-ACF8F0645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5A08-4BB6-4743-80A2-BEC5EBDAE250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684606-EADB-DBF6-2F16-62355897C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7D598D4-7C98-EF05-50F0-3483E1E22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C2D71-10BA-4A0B-A8A6-0C0EFD1BE3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0644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E97BF9-8890-DD43-D5EE-A74EAA19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7286B11-4830-F33F-218A-BD228C26F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068A55F-E2E5-85CF-A660-7289BB929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9306D20-069F-76A0-4813-A124AED815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3F85871-759F-CBAF-A592-98E60532DE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8FD7B07-EA71-B30A-67DC-3B34ECBE9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5A08-4BB6-4743-80A2-BEC5EBDAE250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60FF967-ACBD-E1BD-621D-0CC9E759A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F80A80D-23BA-465B-3570-1F6CB4656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C2D71-10BA-4A0B-A8A6-0C0EFD1BE3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3008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843474-EFAB-70CD-CBA9-21133E2D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FA8F00D-C178-90BB-86B5-5AE25BFF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5A08-4BB6-4743-80A2-BEC5EBDAE250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0BB57E6-73DA-50EC-A59B-B3373DD4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DA00179-5008-F5FA-1C0F-4AE2682B1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C2D71-10BA-4A0B-A8A6-0C0EFD1BE3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4617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2758D9D-C20C-CAE4-3A31-D2D0AE063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5A08-4BB6-4743-80A2-BEC5EBDAE250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D1DF44F-A7AD-BD63-2AE5-55E85A1F0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D94583A-250A-03EE-89D1-FC98654DC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C2D71-10BA-4A0B-A8A6-0C0EFD1BE3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1224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7DCD05-FE74-1F91-0CB7-0B94B1700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5056C0-9658-3924-B168-C00BE91A4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FB1FD73-6678-7AC9-BA4A-6ECCCC9FEA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694BF7-6097-68C9-28A3-43D0171B9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5A08-4BB6-4743-80A2-BEC5EBDAE250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FCCFC2F-E0F4-29E7-4E1C-47B853251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E65AD60-0BEF-8B91-8F03-71F7D4E36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C2D71-10BA-4A0B-A8A6-0C0EFD1BE3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7631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B602EC-463A-C844-9927-CA3503685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E5D2575-6385-71F1-479F-6D2535E037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D3F2E09-D2E5-FDDA-7FF0-59240897E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934CD82-436F-ABCE-303F-227DEA6E7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5A08-4BB6-4743-80A2-BEC5EBDAE250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08C1EE1-32AF-71DD-7814-A071C5D7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B96535-0F34-29F3-5F51-F77218B8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C2D71-10BA-4A0B-A8A6-0C0EFD1BE3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5255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5DC4EB-BE14-263F-413D-5B59EB9C0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466D5EF-F089-F095-7DEE-E51C3D894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455CF8-220C-6D18-2FEB-87BDE0329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5A08-4BB6-4743-80A2-BEC5EBDAE250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791FB6-1A14-39C7-CA51-D6237598A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847E69-6E02-3F5F-9893-9B484E722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C2D71-10BA-4A0B-A8A6-0C0EFD1BE3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4045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F4787D2-8D5A-DED7-EE12-343B6FDD58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A0E7E62-805C-F2B8-2CE7-50104C24A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1FC22F-1F21-3910-D704-2BB0FE1C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5A08-4BB6-4743-80A2-BEC5EBDAE250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F5BFD4-78C4-107B-8E5E-02FB846F9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AAFB07-A178-5D1F-45AA-217B83C15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C2D71-10BA-4A0B-A8A6-0C0EFD1BE3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074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1997BD5-1BF6-C603-9302-E1C67234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CF12157-24DD-F555-8792-D3822FAB2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DA2E30-851B-1DC1-C07A-0900D5EC8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595A08-4BB6-4743-80A2-BEC5EBDAE250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3C8775-C028-7D8A-EB4B-2763CF7ECE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A8B96A-F8D5-299F-5E0C-D4785CE339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EC2D71-10BA-4A0B-A8A6-0C0EFD1BE3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8303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B9F6A05-B01E-B3FF-0C36-FCE028899B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93" t="33336"/>
          <a:stretch>
            <a:fillRect/>
          </a:stretch>
        </p:blipFill>
        <p:spPr>
          <a:xfrm>
            <a:off x="2058838" y="3599645"/>
            <a:ext cx="1653066" cy="198487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490CDDE0-4091-5B1F-4760-13F7493660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796" y="1360395"/>
            <a:ext cx="4840192" cy="4590091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9E625B9-FFC2-B6DB-82A2-F18FC91031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47" t="33336" r="-1"/>
          <a:stretch>
            <a:fillRect/>
          </a:stretch>
        </p:blipFill>
        <p:spPr>
          <a:xfrm flipH="1">
            <a:off x="6841880" y="3523444"/>
            <a:ext cx="1638218" cy="198487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B73CA47-6028-5EE3-A0D6-AEB73DA42B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34" t="33336"/>
          <a:stretch>
            <a:fillRect/>
          </a:stretch>
        </p:blipFill>
        <p:spPr>
          <a:xfrm>
            <a:off x="6358492" y="3901410"/>
            <a:ext cx="1710216" cy="1984875"/>
          </a:xfrm>
          <a:prstGeom prst="rect">
            <a:avLst/>
          </a:prstGeom>
        </p:spPr>
      </p:pic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8A69CEE2-21B0-15E4-340A-57C90DA4FCB5}"/>
              </a:ext>
            </a:extLst>
          </p:cNvPr>
          <p:cNvGrpSpPr/>
          <p:nvPr/>
        </p:nvGrpSpPr>
        <p:grpSpPr>
          <a:xfrm>
            <a:off x="2234093" y="1273480"/>
            <a:ext cx="1245405" cy="1245405"/>
            <a:chOff x="1747837" y="1349680"/>
            <a:chExt cx="1245405" cy="1245405"/>
          </a:xfrm>
        </p:grpSpPr>
        <p:pic>
          <p:nvPicPr>
            <p:cNvPr id="11" name="グラフィックス 10">
              <a:extLst>
                <a:ext uri="{FF2B5EF4-FFF2-40B4-BE49-F238E27FC236}">
                  <a16:creationId xmlns:a16="http://schemas.microsoft.com/office/drawing/2014/main" id="{52501647-DA81-C5C8-B835-5B723D45D3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47837" y="1349680"/>
              <a:ext cx="1245405" cy="1245405"/>
            </a:xfrm>
            <a:prstGeom prst="rect">
              <a:avLst/>
            </a:prstGeom>
          </p:spPr>
        </p:pic>
        <p:sp>
          <p:nvSpPr>
            <p:cNvPr id="12" name="部分円 11">
              <a:extLst>
                <a:ext uri="{FF2B5EF4-FFF2-40B4-BE49-F238E27FC236}">
                  <a16:creationId xmlns:a16="http://schemas.microsoft.com/office/drawing/2014/main" id="{919E0587-6203-E106-1059-2E7D0ABCA55D}"/>
                </a:ext>
              </a:extLst>
            </p:cNvPr>
            <p:cNvSpPr/>
            <p:nvPr/>
          </p:nvSpPr>
          <p:spPr>
            <a:xfrm>
              <a:off x="1860451" y="1500192"/>
              <a:ext cx="991091" cy="975122"/>
            </a:xfrm>
            <a:prstGeom prst="pie">
              <a:avLst>
                <a:gd name="adj1" fmla="val 0"/>
                <a:gd name="adj2" fmla="val 16200000"/>
              </a:avLst>
            </a:prstGeom>
            <a:solidFill>
              <a:srgbClr val="FF00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フローチャート: 結合子 12">
              <a:extLst>
                <a:ext uri="{FF2B5EF4-FFF2-40B4-BE49-F238E27FC236}">
                  <a16:creationId xmlns:a16="http://schemas.microsoft.com/office/drawing/2014/main" id="{73CDB428-502F-9CED-BA05-244ADBCB01F6}"/>
                </a:ext>
              </a:extLst>
            </p:cNvPr>
            <p:cNvSpPr/>
            <p:nvPr/>
          </p:nvSpPr>
          <p:spPr>
            <a:xfrm>
              <a:off x="1877616" y="1482328"/>
              <a:ext cx="991090" cy="992986"/>
            </a:xfrm>
            <a:prstGeom prst="flowChartConnector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17455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図 172">
            <a:extLst>
              <a:ext uri="{FF2B5EF4-FFF2-40B4-BE49-F238E27FC236}">
                <a16:creationId xmlns:a16="http://schemas.microsoft.com/office/drawing/2014/main" id="{5526ADAF-38CF-BC97-436B-CD70C73776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935" y="940615"/>
            <a:ext cx="1503007" cy="1127255"/>
          </a:xfrm>
          <a:prstGeom prst="rect">
            <a:avLst/>
          </a:prstGeom>
        </p:spPr>
      </p:pic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37BCF3FA-C43E-0BA7-9AA5-2E9101082C23}"/>
              </a:ext>
            </a:extLst>
          </p:cNvPr>
          <p:cNvCxnSpPr>
            <a:cxnSpLocks/>
            <a:stCxn id="15" idx="3"/>
            <a:endCxn id="8" idx="0"/>
          </p:cNvCxnSpPr>
          <p:nvPr/>
        </p:nvCxnSpPr>
        <p:spPr>
          <a:xfrm flipH="1">
            <a:off x="7168212" y="1985313"/>
            <a:ext cx="211610" cy="45400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2D26667C-5B44-43E9-3893-FC8E44F85BA3}"/>
              </a:ext>
            </a:extLst>
          </p:cNvPr>
          <p:cNvCxnSpPr>
            <a:cxnSpLocks/>
            <a:stCxn id="15" idx="7"/>
            <a:endCxn id="7" idx="2"/>
          </p:cNvCxnSpPr>
          <p:nvPr/>
        </p:nvCxnSpPr>
        <p:spPr>
          <a:xfrm flipV="1">
            <a:off x="7634380" y="1454274"/>
            <a:ext cx="387429" cy="27648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B5743F33-DCC7-CECC-D467-C03765878218}"/>
              </a:ext>
            </a:extLst>
          </p:cNvPr>
          <p:cNvCxnSpPr>
            <a:cxnSpLocks/>
            <a:stCxn id="15" idx="5"/>
          </p:cNvCxnSpPr>
          <p:nvPr/>
        </p:nvCxnSpPr>
        <p:spPr>
          <a:xfrm>
            <a:off x="7634380" y="1985313"/>
            <a:ext cx="440150" cy="326725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FA0CA4AA-4533-25DF-1F4F-4E3410C3EA8C}"/>
              </a:ext>
            </a:extLst>
          </p:cNvPr>
          <p:cNvCxnSpPr>
            <a:cxnSpLocks/>
          </p:cNvCxnSpPr>
          <p:nvPr/>
        </p:nvCxnSpPr>
        <p:spPr>
          <a:xfrm flipH="1">
            <a:off x="8325260" y="2148675"/>
            <a:ext cx="514708" cy="163363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直方体 39">
            <a:extLst>
              <a:ext uri="{FF2B5EF4-FFF2-40B4-BE49-F238E27FC236}">
                <a16:creationId xmlns:a16="http://schemas.microsoft.com/office/drawing/2014/main" id="{95B67A0C-B0E2-0A8F-AC10-EC892FAB8AF7}"/>
              </a:ext>
            </a:extLst>
          </p:cNvPr>
          <p:cNvSpPr/>
          <p:nvPr/>
        </p:nvSpPr>
        <p:spPr>
          <a:xfrm>
            <a:off x="7577222" y="3968104"/>
            <a:ext cx="360000" cy="360000"/>
          </a:xfrm>
          <a:prstGeom prst="cube">
            <a:avLst/>
          </a:prstGeom>
          <a:solidFill>
            <a:schemeClr val="accent2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0409DE9D-4AA5-CF35-FA30-971BD71B6DCD}"/>
              </a:ext>
            </a:extLst>
          </p:cNvPr>
          <p:cNvCxnSpPr>
            <a:cxnSpLocks/>
            <a:stCxn id="36" idx="1"/>
            <a:endCxn id="8" idx="3"/>
          </p:cNvCxnSpPr>
          <p:nvPr/>
        </p:nvCxnSpPr>
        <p:spPr>
          <a:xfrm flipV="1">
            <a:off x="7046830" y="2799317"/>
            <a:ext cx="31382" cy="40393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D55C4CF0-FB6D-06C6-2454-3EB982FADC18}"/>
              </a:ext>
            </a:extLst>
          </p:cNvPr>
          <p:cNvCxnSpPr>
            <a:cxnSpLocks/>
            <a:stCxn id="36" idx="6"/>
            <a:endCxn id="6" idx="2"/>
          </p:cNvCxnSpPr>
          <p:nvPr/>
        </p:nvCxnSpPr>
        <p:spPr>
          <a:xfrm flipV="1">
            <a:off x="7354109" y="3211664"/>
            <a:ext cx="667700" cy="118862"/>
          </a:xfrm>
          <a:prstGeom prst="straightConnector1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E464E48F-3C6F-0FCE-DFE2-92C11FA491F6}"/>
              </a:ext>
            </a:extLst>
          </p:cNvPr>
          <p:cNvCxnSpPr>
            <a:cxnSpLocks/>
            <a:stCxn id="200" idx="3"/>
            <a:endCxn id="6" idx="0"/>
          </p:cNvCxnSpPr>
          <p:nvPr/>
        </p:nvCxnSpPr>
        <p:spPr>
          <a:xfrm>
            <a:off x="8182015" y="2579714"/>
            <a:ext cx="19794" cy="451950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219EFF00-2257-29B0-A933-9D07FAC39A55}"/>
              </a:ext>
            </a:extLst>
          </p:cNvPr>
          <p:cNvCxnSpPr>
            <a:cxnSpLocks/>
            <a:stCxn id="6" idx="6"/>
            <a:endCxn id="37" idx="2"/>
          </p:cNvCxnSpPr>
          <p:nvPr/>
        </p:nvCxnSpPr>
        <p:spPr>
          <a:xfrm flipV="1">
            <a:off x="8381809" y="3082517"/>
            <a:ext cx="502658" cy="12914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3B0AC8E-DC8C-30DC-2A94-8097015C64C5}"/>
              </a:ext>
            </a:extLst>
          </p:cNvPr>
          <p:cNvCxnSpPr>
            <a:cxnSpLocks/>
            <a:stCxn id="6" idx="4"/>
            <a:endCxn id="40" idx="0"/>
          </p:cNvCxnSpPr>
          <p:nvPr/>
        </p:nvCxnSpPr>
        <p:spPr>
          <a:xfrm flipH="1">
            <a:off x="7802222" y="3391664"/>
            <a:ext cx="399587" cy="57644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D6B6BEC1-35E1-1A37-3611-5F7DCA7143A7}"/>
              </a:ext>
            </a:extLst>
          </p:cNvPr>
          <p:cNvCxnSpPr>
            <a:cxnSpLocks/>
            <a:stCxn id="43" idx="3"/>
            <a:endCxn id="191" idx="5"/>
          </p:cNvCxnSpPr>
          <p:nvPr/>
        </p:nvCxnSpPr>
        <p:spPr>
          <a:xfrm flipH="1">
            <a:off x="8955578" y="4031744"/>
            <a:ext cx="579801" cy="190228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55D199F6-1380-4C9D-8604-FBA37AEA4C8A}"/>
              </a:ext>
            </a:extLst>
          </p:cNvPr>
          <p:cNvCxnSpPr>
            <a:cxnSpLocks/>
          </p:cNvCxnSpPr>
          <p:nvPr/>
        </p:nvCxnSpPr>
        <p:spPr>
          <a:xfrm flipH="1" flipV="1">
            <a:off x="9176072" y="3247329"/>
            <a:ext cx="436915" cy="56192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C1951275-6C65-014F-3E62-48E5227F4409}"/>
              </a:ext>
            </a:extLst>
          </p:cNvPr>
          <p:cNvCxnSpPr>
            <a:cxnSpLocks/>
            <a:stCxn id="41" idx="4"/>
            <a:endCxn id="43" idx="7"/>
          </p:cNvCxnSpPr>
          <p:nvPr/>
        </p:nvCxnSpPr>
        <p:spPr>
          <a:xfrm flipH="1">
            <a:off x="9789937" y="3015623"/>
            <a:ext cx="238362" cy="761563"/>
          </a:xfrm>
          <a:prstGeom prst="straightConnector1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線矢印コネクタ 83">
            <a:extLst>
              <a:ext uri="{FF2B5EF4-FFF2-40B4-BE49-F238E27FC236}">
                <a16:creationId xmlns:a16="http://schemas.microsoft.com/office/drawing/2014/main" id="{BBA78BA3-C417-F83C-E0A3-AEFBA5B431A9}"/>
              </a:ext>
            </a:extLst>
          </p:cNvPr>
          <p:cNvCxnSpPr>
            <a:cxnSpLocks/>
            <a:stCxn id="41" idx="1"/>
            <a:endCxn id="16" idx="5"/>
          </p:cNvCxnSpPr>
          <p:nvPr/>
        </p:nvCxnSpPr>
        <p:spPr>
          <a:xfrm flipH="1" flipV="1">
            <a:off x="9151075" y="2275954"/>
            <a:ext cx="749945" cy="432390"/>
          </a:xfrm>
          <a:prstGeom prst="straightConnector1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矢印コネクタ 87">
            <a:extLst>
              <a:ext uri="{FF2B5EF4-FFF2-40B4-BE49-F238E27FC236}">
                <a16:creationId xmlns:a16="http://schemas.microsoft.com/office/drawing/2014/main" id="{3F2936F2-C1FE-AC6A-B801-70A151CF4373}"/>
              </a:ext>
            </a:extLst>
          </p:cNvPr>
          <p:cNvCxnSpPr>
            <a:cxnSpLocks/>
            <a:stCxn id="41" idx="0"/>
          </p:cNvCxnSpPr>
          <p:nvPr/>
        </p:nvCxnSpPr>
        <p:spPr>
          <a:xfrm flipH="1" flipV="1">
            <a:off x="9931453" y="2068223"/>
            <a:ext cx="96846" cy="58740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B17C2FC8-CD3C-158A-6DEE-723FFC196454}"/>
              </a:ext>
            </a:extLst>
          </p:cNvPr>
          <p:cNvCxnSpPr>
            <a:cxnSpLocks/>
            <a:stCxn id="16" idx="6"/>
            <a:endCxn id="38" idx="2"/>
          </p:cNvCxnSpPr>
          <p:nvPr/>
        </p:nvCxnSpPr>
        <p:spPr>
          <a:xfrm flipV="1">
            <a:off x="9203796" y="1933223"/>
            <a:ext cx="430185" cy="21545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矢印コネクタ 93">
            <a:extLst>
              <a:ext uri="{FF2B5EF4-FFF2-40B4-BE49-F238E27FC236}">
                <a16:creationId xmlns:a16="http://schemas.microsoft.com/office/drawing/2014/main" id="{06E9E087-B14C-01D4-67F9-8131D4DAC0EA}"/>
              </a:ext>
            </a:extLst>
          </p:cNvPr>
          <p:cNvCxnSpPr>
            <a:cxnSpLocks/>
            <a:stCxn id="18" idx="4"/>
            <a:endCxn id="16" idx="0"/>
          </p:cNvCxnSpPr>
          <p:nvPr/>
        </p:nvCxnSpPr>
        <p:spPr>
          <a:xfrm flipH="1">
            <a:off x="9023796" y="1521944"/>
            <a:ext cx="24997" cy="446731"/>
          </a:xfrm>
          <a:prstGeom prst="straightConnector1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93BBEF9D-F57B-96C0-A3FD-98358FDDB1CA}"/>
              </a:ext>
            </a:extLst>
          </p:cNvPr>
          <p:cNvCxnSpPr>
            <a:cxnSpLocks/>
            <a:stCxn id="18" idx="2"/>
            <a:endCxn id="7" idx="5"/>
          </p:cNvCxnSpPr>
          <p:nvPr/>
        </p:nvCxnSpPr>
        <p:spPr>
          <a:xfrm flipH="1">
            <a:off x="8381809" y="1341944"/>
            <a:ext cx="486984" cy="2233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8CED75B5-2194-9CF6-4843-8328273CBC2D}"/>
              </a:ext>
            </a:extLst>
          </p:cNvPr>
          <p:cNvCxnSpPr>
            <a:cxnSpLocks/>
            <a:stCxn id="18" idx="5"/>
          </p:cNvCxnSpPr>
          <p:nvPr/>
        </p:nvCxnSpPr>
        <p:spPr>
          <a:xfrm>
            <a:off x="9176072" y="1469223"/>
            <a:ext cx="457909" cy="26681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直線矢印コネクタ 109">
            <a:extLst>
              <a:ext uri="{FF2B5EF4-FFF2-40B4-BE49-F238E27FC236}">
                <a16:creationId xmlns:a16="http://schemas.microsoft.com/office/drawing/2014/main" id="{16B8F34F-6C97-0218-5375-AC226D574449}"/>
              </a:ext>
            </a:extLst>
          </p:cNvPr>
          <p:cNvCxnSpPr>
            <a:cxnSpLocks/>
          </p:cNvCxnSpPr>
          <p:nvPr/>
        </p:nvCxnSpPr>
        <p:spPr>
          <a:xfrm flipH="1" flipV="1">
            <a:off x="7996082" y="4158626"/>
            <a:ext cx="658356" cy="118868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直線矢印コネクタ 111">
            <a:extLst>
              <a:ext uri="{FF2B5EF4-FFF2-40B4-BE49-F238E27FC236}">
                <a16:creationId xmlns:a16="http://schemas.microsoft.com/office/drawing/2014/main" id="{DE87D7E6-FF26-3DEA-8EE3-EB649B1A49C2}"/>
              </a:ext>
            </a:extLst>
          </p:cNvPr>
          <p:cNvCxnSpPr>
            <a:cxnSpLocks/>
            <a:stCxn id="16" idx="4"/>
            <a:endCxn id="37" idx="0"/>
          </p:cNvCxnSpPr>
          <p:nvPr/>
        </p:nvCxnSpPr>
        <p:spPr>
          <a:xfrm>
            <a:off x="9023796" y="2328675"/>
            <a:ext cx="85671" cy="52884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フローチャート: 結合子 15">
            <a:extLst>
              <a:ext uri="{FF2B5EF4-FFF2-40B4-BE49-F238E27FC236}">
                <a16:creationId xmlns:a16="http://schemas.microsoft.com/office/drawing/2014/main" id="{2F0D303F-5709-4594-AD6A-D88148EC34AE}"/>
              </a:ext>
            </a:extLst>
          </p:cNvPr>
          <p:cNvSpPr/>
          <p:nvPr/>
        </p:nvSpPr>
        <p:spPr>
          <a:xfrm>
            <a:off x="8843796" y="1968675"/>
            <a:ext cx="360000" cy="360000"/>
          </a:xfrm>
          <a:prstGeom prst="flowChartConnector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フローチャート: 結合子 17">
            <a:extLst>
              <a:ext uri="{FF2B5EF4-FFF2-40B4-BE49-F238E27FC236}">
                <a16:creationId xmlns:a16="http://schemas.microsoft.com/office/drawing/2014/main" id="{331CD2E5-27B6-A89F-AB78-762D718670AC}"/>
              </a:ext>
            </a:extLst>
          </p:cNvPr>
          <p:cNvSpPr/>
          <p:nvPr/>
        </p:nvSpPr>
        <p:spPr>
          <a:xfrm>
            <a:off x="8868793" y="1161944"/>
            <a:ext cx="360000" cy="360000"/>
          </a:xfrm>
          <a:prstGeom prst="flowChartConnector">
            <a:avLst/>
          </a:prstGeom>
          <a:solidFill>
            <a:srgbClr val="B3B3B3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直方体 6">
            <a:extLst>
              <a:ext uri="{FF2B5EF4-FFF2-40B4-BE49-F238E27FC236}">
                <a16:creationId xmlns:a16="http://schemas.microsoft.com/office/drawing/2014/main" id="{C4AB50FB-81D8-B19B-CAA5-BCA64BAEED7D}"/>
              </a:ext>
            </a:extLst>
          </p:cNvPr>
          <p:cNvSpPr/>
          <p:nvPr/>
        </p:nvSpPr>
        <p:spPr>
          <a:xfrm>
            <a:off x="8021809" y="1229274"/>
            <a:ext cx="360000" cy="360000"/>
          </a:xfrm>
          <a:prstGeom prst="cube">
            <a:avLst/>
          </a:prstGeom>
          <a:solidFill>
            <a:schemeClr val="accent2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直方体 7">
            <a:extLst>
              <a:ext uri="{FF2B5EF4-FFF2-40B4-BE49-F238E27FC236}">
                <a16:creationId xmlns:a16="http://schemas.microsoft.com/office/drawing/2014/main" id="{A79B2EE4-81A0-F774-2C40-224D60787BDE}"/>
              </a:ext>
            </a:extLst>
          </p:cNvPr>
          <p:cNvSpPr/>
          <p:nvPr/>
        </p:nvSpPr>
        <p:spPr>
          <a:xfrm>
            <a:off x="6943212" y="2439317"/>
            <a:ext cx="360000" cy="360000"/>
          </a:xfrm>
          <a:prstGeom prst="cube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フローチャート: 結合子 14">
            <a:extLst>
              <a:ext uri="{FF2B5EF4-FFF2-40B4-BE49-F238E27FC236}">
                <a16:creationId xmlns:a16="http://schemas.microsoft.com/office/drawing/2014/main" id="{5332E103-6BDB-411F-144B-55466B210CA2}"/>
              </a:ext>
            </a:extLst>
          </p:cNvPr>
          <p:cNvSpPr/>
          <p:nvPr/>
        </p:nvSpPr>
        <p:spPr>
          <a:xfrm>
            <a:off x="7327101" y="1678034"/>
            <a:ext cx="360000" cy="360000"/>
          </a:xfrm>
          <a:prstGeom prst="flowChartConnector">
            <a:avLst/>
          </a:prstGeom>
          <a:solidFill>
            <a:srgbClr val="3D8DCC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フローチャート: 結合子 35">
            <a:extLst>
              <a:ext uri="{FF2B5EF4-FFF2-40B4-BE49-F238E27FC236}">
                <a16:creationId xmlns:a16="http://schemas.microsoft.com/office/drawing/2014/main" id="{90D075A0-1826-E721-CAF8-64FEDE6C364E}"/>
              </a:ext>
            </a:extLst>
          </p:cNvPr>
          <p:cNvSpPr/>
          <p:nvPr/>
        </p:nvSpPr>
        <p:spPr>
          <a:xfrm>
            <a:off x="6994109" y="3150526"/>
            <a:ext cx="360000" cy="360000"/>
          </a:xfrm>
          <a:prstGeom prst="flowChartConnector">
            <a:avLst/>
          </a:prstGeom>
          <a:solidFill>
            <a:srgbClr val="7ABEE6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直方体 36">
            <a:extLst>
              <a:ext uri="{FF2B5EF4-FFF2-40B4-BE49-F238E27FC236}">
                <a16:creationId xmlns:a16="http://schemas.microsoft.com/office/drawing/2014/main" id="{4F96AF7E-F2F5-99A4-1A55-AFE006415C55}"/>
              </a:ext>
            </a:extLst>
          </p:cNvPr>
          <p:cNvSpPr/>
          <p:nvPr/>
        </p:nvSpPr>
        <p:spPr>
          <a:xfrm>
            <a:off x="8884467" y="2857517"/>
            <a:ext cx="360000" cy="360000"/>
          </a:xfrm>
          <a:prstGeom prst="cube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直方体 37">
            <a:extLst>
              <a:ext uri="{FF2B5EF4-FFF2-40B4-BE49-F238E27FC236}">
                <a16:creationId xmlns:a16="http://schemas.microsoft.com/office/drawing/2014/main" id="{EC5E3B93-39B5-FA46-70E9-6D8486C41EDE}"/>
              </a:ext>
            </a:extLst>
          </p:cNvPr>
          <p:cNvSpPr/>
          <p:nvPr/>
        </p:nvSpPr>
        <p:spPr>
          <a:xfrm>
            <a:off x="9633981" y="1708223"/>
            <a:ext cx="360000" cy="360000"/>
          </a:xfrm>
          <a:prstGeom prst="cube">
            <a:avLst/>
          </a:prstGeom>
          <a:solidFill>
            <a:schemeClr val="accent2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フローチャート: 結合子 40">
            <a:extLst>
              <a:ext uri="{FF2B5EF4-FFF2-40B4-BE49-F238E27FC236}">
                <a16:creationId xmlns:a16="http://schemas.microsoft.com/office/drawing/2014/main" id="{FE394436-16B9-3701-47F5-788EEAE467A9}"/>
              </a:ext>
            </a:extLst>
          </p:cNvPr>
          <p:cNvSpPr/>
          <p:nvPr/>
        </p:nvSpPr>
        <p:spPr>
          <a:xfrm>
            <a:off x="9848299" y="2655623"/>
            <a:ext cx="360000" cy="360000"/>
          </a:xfrm>
          <a:prstGeom prst="flowChartConnector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フローチャート: 結合子 42">
            <a:extLst>
              <a:ext uri="{FF2B5EF4-FFF2-40B4-BE49-F238E27FC236}">
                <a16:creationId xmlns:a16="http://schemas.microsoft.com/office/drawing/2014/main" id="{76462228-3214-204D-D99C-D64DF40DFFEE}"/>
              </a:ext>
            </a:extLst>
          </p:cNvPr>
          <p:cNvSpPr/>
          <p:nvPr/>
        </p:nvSpPr>
        <p:spPr>
          <a:xfrm>
            <a:off x="9482658" y="3724465"/>
            <a:ext cx="360000" cy="360000"/>
          </a:xfrm>
          <a:prstGeom prst="flowChartConnector">
            <a:avLst/>
          </a:prstGeom>
          <a:solidFill>
            <a:srgbClr val="3D8DCC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FF240D9D-63AB-9B04-CF72-D45E145069BA}"/>
              </a:ext>
            </a:extLst>
          </p:cNvPr>
          <p:cNvCxnSpPr>
            <a:cxnSpLocks/>
            <a:stCxn id="36" idx="4"/>
          </p:cNvCxnSpPr>
          <p:nvPr/>
        </p:nvCxnSpPr>
        <p:spPr>
          <a:xfrm>
            <a:off x="7174109" y="3510526"/>
            <a:ext cx="370188" cy="52952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0" name="図 169">
            <a:extLst>
              <a:ext uri="{FF2B5EF4-FFF2-40B4-BE49-F238E27FC236}">
                <a16:creationId xmlns:a16="http://schemas.microsoft.com/office/drawing/2014/main" id="{2EA8EB14-CC01-7725-112E-0A1D9C57D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005" y="1234272"/>
            <a:ext cx="952249" cy="730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1" name="図 170">
            <a:extLst>
              <a:ext uri="{FF2B5EF4-FFF2-40B4-BE49-F238E27FC236}">
                <a16:creationId xmlns:a16="http://schemas.microsoft.com/office/drawing/2014/main" id="{8D8B993A-3954-25F0-5F8B-46C0A4A342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908" y="2009734"/>
            <a:ext cx="952249" cy="730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8" name="図 167">
            <a:extLst>
              <a:ext uri="{FF2B5EF4-FFF2-40B4-BE49-F238E27FC236}">
                <a16:creationId xmlns:a16="http://schemas.microsoft.com/office/drawing/2014/main" id="{3864A33D-00E3-190A-E876-1962554621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20" y="1920535"/>
            <a:ext cx="1503007" cy="1127255"/>
          </a:xfrm>
          <a:prstGeom prst="rect">
            <a:avLst/>
          </a:prstGeom>
        </p:spPr>
      </p:pic>
      <p:sp>
        <p:nvSpPr>
          <p:cNvPr id="176" name="矢印: 右カーブ 175">
            <a:extLst>
              <a:ext uri="{FF2B5EF4-FFF2-40B4-BE49-F238E27FC236}">
                <a16:creationId xmlns:a16="http://schemas.microsoft.com/office/drawing/2014/main" id="{5E50AAEE-66D5-9716-02AE-E7BBDA5F4E56}"/>
              </a:ext>
            </a:extLst>
          </p:cNvPr>
          <p:cNvSpPr/>
          <p:nvPr/>
        </p:nvSpPr>
        <p:spPr>
          <a:xfrm rot="17490938">
            <a:off x="5214002" y="2118695"/>
            <a:ext cx="801040" cy="3635504"/>
          </a:xfrm>
          <a:prstGeom prst="curvedRightArrow">
            <a:avLst>
              <a:gd name="adj1" fmla="val 23930"/>
              <a:gd name="adj2" fmla="val 50000"/>
              <a:gd name="adj3" fmla="val 42205"/>
            </a:avLst>
          </a:prstGeom>
          <a:solidFill>
            <a:srgbClr val="7ABEE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448AA15-17BD-9DF4-D3A2-2AD5422844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41" t="260" r="-542" b="52802"/>
          <a:stretch>
            <a:fillRect/>
          </a:stretch>
        </p:blipFill>
        <p:spPr>
          <a:xfrm>
            <a:off x="4499943" y="2692561"/>
            <a:ext cx="1800046" cy="2349177"/>
          </a:xfrm>
          <a:prstGeom prst="rect">
            <a:avLst/>
          </a:prstGeom>
        </p:spPr>
      </p:pic>
      <p:sp>
        <p:nvSpPr>
          <p:cNvPr id="177" name="吹き出し: 角を丸めた四角形 176">
            <a:extLst>
              <a:ext uri="{FF2B5EF4-FFF2-40B4-BE49-F238E27FC236}">
                <a16:creationId xmlns:a16="http://schemas.microsoft.com/office/drawing/2014/main" id="{CCF2AD3C-EEAD-EFC9-903C-00073D136A9D}"/>
              </a:ext>
            </a:extLst>
          </p:cNvPr>
          <p:cNvSpPr/>
          <p:nvPr/>
        </p:nvSpPr>
        <p:spPr>
          <a:xfrm>
            <a:off x="5546391" y="1745120"/>
            <a:ext cx="1447116" cy="685988"/>
          </a:xfrm>
          <a:prstGeom prst="wedgeRoundRectCallout">
            <a:avLst>
              <a:gd name="adj1" fmla="val -37401"/>
              <a:gd name="adj2" fmla="val 77517"/>
              <a:gd name="adj3" fmla="val 16667"/>
            </a:avLst>
          </a:prstGeom>
          <a:solidFill>
            <a:srgbClr val="7ABE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グラフ抽出</a:t>
            </a:r>
            <a:endParaRPr kumimoji="1" lang="ja-JP" altLang="en-US" b="1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78" name="吹き出し: 角を丸めた四角形 177">
            <a:extLst>
              <a:ext uri="{FF2B5EF4-FFF2-40B4-BE49-F238E27FC236}">
                <a16:creationId xmlns:a16="http://schemas.microsoft.com/office/drawing/2014/main" id="{F3ED6B49-0AF9-829C-B81E-81FA52EEB345}"/>
              </a:ext>
            </a:extLst>
          </p:cNvPr>
          <p:cNvSpPr/>
          <p:nvPr/>
        </p:nvSpPr>
        <p:spPr>
          <a:xfrm>
            <a:off x="6591754" y="4675560"/>
            <a:ext cx="2248213" cy="1167116"/>
          </a:xfrm>
          <a:prstGeom prst="wedgeRoundRectCallout">
            <a:avLst>
              <a:gd name="adj1" fmla="val 26947"/>
              <a:gd name="adj2" fmla="val -77656"/>
              <a:gd name="adj3" fmla="val 16667"/>
            </a:avLst>
          </a:prstGeom>
          <a:solidFill>
            <a:srgbClr val="FF9999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未定義：⇒</a:t>
            </a:r>
            <a:r>
              <a:rPr kumimoji="1" lang="ja-JP" altLang="en-US" b="1" dirty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□</a:t>
            </a:r>
            <a:endParaRPr kumimoji="1" lang="en-US" altLang="ja-JP" b="1" dirty="0">
              <a:solidFill>
                <a:srgbClr val="FF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定義した関係性</a:t>
            </a:r>
            <a:endParaRPr kumimoji="1" lang="en-US" altLang="ja-JP" b="1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しか表現できない</a:t>
            </a:r>
            <a:endParaRPr kumimoji="1" lang="en-US" altLang="ja-JP" b="1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79" name="矢印: ストライプ 178">
            <a:extLst>
              <a:ext uri="{FF2B5EF4-FFF2-40B4-BE49-F238E27FC236}">
                <a16:creationId xmlns:a16="http://schemas.microsoft.com/office/drawing/2014/main" id="{A5CEA8E4-A4B8-138C-3513-EC5487D64676}"/>
              </a:ext>
            </a:extLst>
          </p:cNvPr>
          <p:cNvSpPr/>
          <p:nvPr/>
        </p:nvSpPr>
        <p:spPr>
          <a:xfrm rot="6883788">
            <a:off x="2829384" y="2931619"/>
            <a:ext cx="695228" cy="609882"/>
          </a:xfrm>
          <a:prstGeom prst="stripedRightArrow">
            <a:avLst>
              <a:gd name="adj1" fmla="val 50000"/>
              <a:gd name="adj2" fmla="val 62839"/>
            </a:avLst>
          </a:prstGeom>
          <a:solidFill>
            <a:srgbClr val="7ABEE6">
              <a:alpha val="6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80" name="図 179">
            <a:extLst>
              <a:ext uri="{FF2B5EF4-FFF2-40B4-BE49-F238E27FC236}">
                <a16:creationId xmlns:a16="http://schemas.microsoft.com/office/drawing/2014/main" id="{C3555C38-CB9E-8984-F7C6-DE82EC6894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414" y="3779123"/>
            <a:ext cx="952249" cy="730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1" name="吹き出し: 角を丸めた四角形 180">
            <a:extLst>
              <a:ext uri="{FF2B5EF4-FFF2-40B4-BE49-F238E27FC236}">
                <a16:creationId xmlns:a16="http://schemas.microsoft.com/office/drawing/2014/main" id="{D008C8A5-6CA3-615E-624F-4282FC728569}"/>
              </a:ext>
            </a:extLst>
          </p:cNvPr>
          <p:cNvSpPr/>
          <p:nvPr/>
        </p:nvSpPr>
        <p:spPr>
          <a:xfrm>
            <a:off x="2639600" y="4774426"/>
            <a:ext cx="2190692" cy="1045690"/>
          </a:xfrm>
          <a:prstGeom prst="wedgeRoundRectCallout">
            <a:avLst>
              <a:gd name="adj1" fmla="val 14178"/>
              <a:gd name="adj2" fmla="val -80037"/>
              <a:gd name="adj3" fmla="val 16667"/>
            </a:avLst>
          </a:prstGeom>
          <a:solidFill>
            <a:srgbClr val="FF9999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１度定義したグラフをアップデートする</a:t>
            </a:r>
            <a:endParaRPr kumimoji="1" lang="en-US" altLang="ja-JP" b="1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コストが高い</a:t>
            </a:r>
            <a:endParaRPr kumimoji="1" lang="en-US" altLang="ja-JP" b="1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82" name="円弧 181">
            <a:extLst>
              <a:ext uri="{FF2B5EF4-FFF2-40B4-BE49-F238E27FC236}">
                <a16:creationId xmlns:a16="http://schemas.microsoft.com/office/drawing/2014/main" id="{88C08A22-7152-19BB-3DE0-59A53FA7E04A}"/>
              </a:ext>
            </a:extLst>
          </p:cNvPr>
          <p:cNvSpPr/>
          <p:nvPr/>
        </p:nvSpPr>
        <p:spPr>
          <a:xfrm rot="10252540" flipH="1">
            <a:off x="3575360" y="3622115"/>
            <a:ext cx="1316342" cy="551098"/>
          </a:xfrm>
          <a:prstGeom prst="arc">
            <a:avLst>
              <a:gd name="adj1" fmla="val 11234671"/>
              <a:gd name="adj2" fmla="val 17403126"/>
            </a:avLst>
          </a:prstGeom>
          <a:ln w="76200">
            <a:solidFill>
              <a:srgbClr val="FF9999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3" name="テキスト ボックス 182">
            <a:extLst>
              <a:ext uri="{FF2B5EF4-FFF2-40B4-BE49-F238E27FC236}">
                <a16:creationId xmlns:a16="http://schemas.microsoft.com/office/drawing/2014/main" id="{48240E7A-9403-F48A-FA19-B352981D6171}"/>
              </a:ext>
            </a:extLst>
          </p:cNvPr>
          <p:cNvSpPr txBox="1"/>
          <p:nvPr/>
        </p:nvSpPr>
        <p:spPr>
          <a:xfrm>
            <a:off x="1922560" y="3386487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update</a:t>
            </a:r>
            <a:endParaRPr kumimoji="1" lang="ja-JP" altLang="en-US" b="1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97" name="直線矢印コネクタ 196">
            <a:extLst>
              <a:ext uri="{FF2B5EF4-FFF2-40B4-BE49-F238E27FC236}">
                <a16:creationId xmlns:a16="http://schemas.microsoft.com/office/drawing/2014/main" id="{333C500C-A60F-01DB-8AA1-FE36F24813F9}"/>
              </a:ext>
            </a:extLst>
          </p:cNvPr>
          <p:cNvCxnSpPr>
            <a:cxnSpLocks/>
            <a:stCxn id="6" idx="5"/>
            <a:endCxn id="191" idx="0"/>
          </p:cNvCxnSpPr>
          <p:nvPr/>
        </p:nvCxnSpPr>
        <p:spPr>
          <a:xfrm>
            <a:off x="8329088" y="3338943"/>
            <a:ext cx="446490" cy="745522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五角形 199">
            <a:extLst>
              <a:ext uri="{FF2B5EF4-FFF2-40B4-BE49-F238E27FC236}">
                <a16:creationId xmlns:a16="http://schemas.microsoft.com/office/drawing/2014/main" id="{80039BE7-C93E-45C7-B2A0-BCB25356B021}"/>
              </a:ext>
            </a:extLst>
          </p:cNvPr>
          <p:cNvSpPr/>
          <p:nvPr/>
        </p:nvSpPr>
        <p:spPr>
          <a:xfrm>
            <a:off x="8002015" y="2219714"/>
            <a:ext cx="360000" cy="360000"/>
          </a:xfrm>
          <a:prstGeom prst="pentagon">
            <a:avLst/>
          </a:prstGeom>
          <a:solidFill>
            <a:schemeClr val="accent5">
              <a:lumMod val="60000"/>
              <a:lumOff val="4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6" name="フローチャート: 結合子 5">
            <a:extLst>
              <a:ext uri="{FF2B5EF4-FFF2-40B4-BE49-F238E27FC236}">
                <a16:creationId xmlns:a16="http://schemas.microsoft.com/office/drawing/2014/main" id="{5C6588DF-75F1-22D6-59DA-3378591A33E5}"/>
              </a:ext>
            </a:extLst>
          </p:cNvPr>
          <p:cNvSpPr/>
          <p:nvPr/>
        </p:nvSpPr>
        <p:spPr>
          <a:xfrm>
            <a:off x="8021809" y="3031664"/>
            <a:ext cx="360000" cy="360000"/>
          </a:xfrm>
          <a:prstGeom prst="flowChartConnector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1" name="五角形 190">
            <a:extLst>
              <a:ext uri="{FF2B5EF4-FFF2-40B4-BE49-F238E27FC236}">
                <a16:creationId xmlns:a16="http://schemas.microsoft.com/office/drawing/2014/main" id="{934B0E56-30CD-B983-2541-E7CB7266B2D3}"/>
              </a:ext>
            </a:extLst>
          </p:cNvPr>
          <p:cNvSpPr/>
          <p:nvPr/>
        </p:nvSpPr>
        <p:spPr>
          <a:xfrm>
            <a:off x="8595578" y="4084465"/>
            <a:ext cx="360000" cy="360000"/>
          </a:xfrm>
          <a:prstGeom prst="pentagon">
            <a:avLst/>
          </a:prstGeom>
          <a:solidFill>
            <a:schemeClr val="accent5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03" name="テキスト ボックス 202">
            <a:extLst>
              <a:ext uri="{FF2B5EF4-FFF2-40B4-BE49-F238E27FC236}">
                <a16:creationId xmlns:a16="http://schemas.microsoft.com/office/drawing/2014/main" id="{AA19B95E-C57C-D2C3-3513-55ACD630D32A}"/>
              </a:ext>
            </a:extLst>
          </p:cNvPr>
          <p:cNvSpPr txBox="1"/>
          <p:nvPr/>
        </p:nvSpPr>
        <p:spPr>
          <a:xfrm>
            <a:off x="4890698" y="4706205"/>
            <a:ext cx="1266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生成</a:t>
            </a:r>
            <a:r>
              <a:rPr kumimoji="1" lang="en-US" altLang="ja-JP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AI</a:t>
            </a:r>
            <a:endParaRPr kumimoji="1" lang="ja-JP" altLang="en-US" b="1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9914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EDB9A7B-B8B7-B5C0-79D5-49A38B370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735" y="997765"/>
            <a:ext cx="1503007" cy="112725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365E1938-D312-CD45-98EF-1340D3C28C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805" y="1291422"/>
            <a:ext cx="952249" cy="730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0D94A793-DAC3-2E1F-5DFC-A8B25A68D3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708" y="2066884"/>
            <a:ext cx="952249" cy="730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E969CD8-9BCD-8C9C-8A8C-BDD48E7AC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520" y="1977685"/>
            <a:ext cx="1503007" cy="1127255"/>
          </a:xfrm>
          <a:prstGeom prst="rect">
            <a:avLst/>
          </a:prstGeom>
        </p:spPr>
      </p:pic>
      <p:sp>
        <p:nvSpPr>
          <p:cNvPr id="8" name="矢印: 右カーブ 7">
            <a:extLst>
              <a:ext uri="{FF2B5EF4-FFF2-40B4-BE49-F238E27FC236}">
                <a16:creationId xmlns:a16="http://schemas.microsoft.com/office/drawing/2014/main" id="{FE5D0A4B-8DDF-E76F-4018-8DD1609413BD}"/>
              </a:ext>
            </a:extLst>
          </p:cNvPr>
          <p:cNvSpPr/>
          <p:nvPr/>
        </p:nvSpPr>
        <p:spPr>
          <a:xfrm rot="17490938">
            <a:off x="4502802" y="2175845"/>
            <a:ext cx="801040" cy="3635504"/>
          </a:xfrm>
          <a:prstGeom prst="curvedRightArrow">
            <a:avLst>
              <a:gd name="adj1" fmla="val 23930"/>
              <a:gd name="adj2" fmla="val 50000"/>
              <a:gd name="adj3" fmla="val 42205"/>
            </a:avLst>
          </a:prstGeo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C1E178E5-BD85-1F11-28D2-C37810A17B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41" t="260" r="-542" b="52802"/>
          <a:stretch>
            <a:fillRect/>
          </a:stretch>
        </p:blipFill>
        <p:spPr>
          <a:xfrm>
            <a:off x="3788743" y="2749711"/>
            <a:ext cx="1800046" cy="2349177"/>
          </a:xfrm>
          <a:prstGeom prst="rect">
            <a:avLst/>
          </a:prstGeom>
        </p:spPr>
      </p:pic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9D717115-519A-A4D9-B868-BA21778ED3FD}"/>
              </a:ext>
            </a:extLst>
          </p:cNvPr>
          <p:cNvSpPr/>
          <p:nvPr/>
        </p:nvSpPr>
        <p:spPr>
          <a:xfrm>
            <a:off x="4835191" y="1802270"/>
            <a:ext cx="1447116" cy="685988"/>
          </a:xfrm>
          <a:prstGeom prst="wedgeRoundRectCallout">
            <a:avLst>
              <a:gd name="adj1" fmla="val -37401"/>
              <a:gd name="adj2" fmla="val 77517"/>
              <a:gd name="adj3" fmla="val 16667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Wiki</a:t>
            </a:r>
            <a:r>
              <a:rPr kumimoji="1" lang="ja-JP" altLang="en-US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作成</a:t>
            </a:r>
          </a:p>
        </p:txBody>
      </p:sp>
      <p:sp>
        <p:nvSpPr>
          <p:cNvPr id="11" name="矢印: ストライプ 10">
            <a:extLst>
              <a:ext uri="{FF2B5EF4-FFF2-40B4-BE49-F238E27FC236}">
                <a16:creationId xmlns:a16="http://schemas.microsoft.com/office/drawing/2014/main" id="{1C7FC212-CDB1-5E6F-1848-377C22CF53D1}"/>
              </a:ext>
            </a:extLst>
          </p:cNvPr>
          <p:cNvSpPr/>
          <p:nvPr/>
        </p:nvSpPr>
        <p:spPr>
          <a:xfrm rot="6883788">
            <a:off x="2088094" y="3007819"/>
            <a:ext cx="695228" cy="609882"/>
          </a:xfrm>
          <a:prstGeom prst="stripedRightArrow">
            <a:avLst>
              <a:gd name="adj1" fmla="val 50000"/>
              <a:gd name="adj2" fmla="val 62839"/>
            </a:avLst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6A0E5FC5-0F52-DA98-A1E1-BD8C58B18C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214" y="3836273"/>
            <a:ext cx="952249" cy="730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E7E18B2-AEEB-0CF8-D265-1AA8BBC5EDB4}"/>
              </a:ext>
            </a:extLst>
          </p:cNvPr>
          <p:cNvSpPr txBox="1"/>
          <p:nvPr/>
        </p:nvSpPr>
        <p:spPr>
          <a:xfrm>
            <a:off x="1211360" y="3443637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update</a:t>
            </a:r>
            <a:endParaRPr kumimoji="1" lang="ja-JP" altLang="en-US" b="1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AEE46798-EED0-7E5C-D07E-69DDDF525F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8360" y="1953030"/>
            <a:ext cx="735682" cy="1127255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7CE5C7F0-1031-04D6-D476-02FA12378F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7603" y="2865372"/>
            <a:ext cx="735682" cy="1127255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5392EA6B-0F01-1F12-53F2-78EEE40C28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403" y="1799649"/>
            <a:ext cx="735682" cy="1127255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D75B85DD-9CF4-2823-EF1E-A17CC9F726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669" y="3428999"/>
            <a:ext cx="735682" cy="1127255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00D0DB0B-F0A8-1E0C-9865-871EA756BF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149" y="2988437"/>
            <a:ext cx="735682" cy="1127255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E8A48B22-028A-0A22-8601-F3EA772577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4876" y="2424810"/>
            <a:ext cx="735682" cy="1127255"/>
          </a:xfrm>
          <a:prstGeom prst="rect">
            <a:avLst/>
          </a:prstGeom>
        </p:spPr>
      </p:pic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3B2A341B-89EE-85B5-EB3D-F3BD77F4D079}"/>
              </a:ext>
            </a:extLst>
          </p:cNvPr>
          <p:cNvCxnSpPr>
            <a:cxnSpLocks/>
          </p:cNvCxnSpPr>
          <p:nvPr/>
        </p:nvCxnSpPr>
        <p:spPr>
          <a:xfrm flipH="1">
            <a:off x="6994872" y="2743011"/>
            <a:ext cx="203200" cy="74408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D1913788-67E5-B85D-E4E8-2FECA877CA91}"/>
              </a:ext>
            </a:extLst>
          </p:cNvPr>
          <p:cNvCxnSpPr>
            <a:cxnSpLocks/>
          </p:cNvCxnSpPr>
          <p:nvPr/>
        </p:nvCxnSpPr>
        <p:spPr>
          <a:xfrm flipH="1" flipV="1">
            <a:off x="7799149" y="3065761"/>
            <a:ext cx="749945" cy="432390"/>
          </a:xfrm>
          <a:prstGeom prst="straightConnector1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20AA6F6C-CCB9-1F09-5BF4-A38A123B9CE3}"/>
              </a:ext>
            </a:extLst>
          </p:cNvPr>
          <p:cNvCxnSpPr>
            <a:cxnSpLocks/>
          </p:cNvCxnSpPr>
          <p:nvPr/>
        </p:nvCxnSpPr>
        <p:spPr>
          <a:xfrm>
            <a:off x="6895444" y="3690452"/>
            <a:ext cx="764066" cy="586620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9A9CA211-F9A7-7A8D-9BB2-8E4A581C80A7}"/>
              </a:ext>
            </a:extLst>
          </p:cNvPr>
          <p:cNvCxnSpPr>
            <a:cxnSpLocks/>
          </p:cNvCxnSpPr>
          <p:nvPr/>
        </p:nvCxnSpPr>
        <p:spPr>
          <a:xfrm flipH="1">
            <a:off x="7818153" y="2464961"/>
            <a:ext cx="399587" cy="57644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D5651CBA-C34F-8D38-05BF-81EC21C23FB8}"/>
              </a:ext>
            </a:extLst>
          </p:cNvPr>
          <p:cNvCxnSpPr>
            <a:cxnSpLocks/>
          </p:cNvCxnSpPr>
          <p:nvPr/>
        </p:nvCxnSpPr>
        <p:spPr>
          <a:xfrm flipH="1" flipV="1">
            <a:off x="7115027" y="3406856"/>
            <a:ext cx="1514963" cy="292823"/>
          </a:xfrm>
          <a:prstGeom prst="straightConnector1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6FA1AE22-83A6-173C-7759-580C50860803}"/>
              </a:ext>
            </a:extLst>
          </p:cNvPr>
          <p:cNvCxnSpPr>
            <a:cxnSpLocks/>
          </p:cNvCxnSpPr>
          <p:nvPr/>
        </p:nvCxnSpPr>
        <p:spPr>
          <a:xfrm>
            <a:off x="8311586" y="2600674"/>
            <a:ext cx="446490" cy="745522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4F3141F0-499C-DAEA-1804-4F4A473093DA}"/>
              </a:ext>
            </a:extLst>
          </p:cNvPr>
          <p:cNvCxnSpPr>
            <a:cxnSpLocks/>
          </p:cNvCxnSpPr>
          <p:nvPr/>
        </p:nvCxnSpPr>
        <p:spPr>
          <a:xfrm>
            <a:off x="7263285" y="2650864"/>
            <a:ext cx="454968" cy="49008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5EB8BF25-0CAD-BC36-E25B-C8EA807691E6}"/>
              </a:ext>
            </a:extLst>
          </p:cNvPr>
          <p:cNvCxnSpPr>
            <a:cxnSpLocks/>
          </p:cNvCxnSpPr>
          <p:nvPr/>
        </p:nvCxnSpPr>
        <p:spPr>
          <a:xfrm flipH="1" flipV="1">
            <a:off x="7027845" y="2649748"/>
            <a:ext cx="577788" cy="1437694"/>
          </a:xfrm>
          <a:prstGeom prst="straightConnector1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2BE6138E-C5BD-1C64-2063-1B60F72B8C02}"/>
              </a:ext>
            </a:extLst>
          </p:cNvPr>
          <p:cNvCxnSpPr>
            <a:cxnSpLocks/>
          </p:cNvCxnSpPr>
          <p:nvPr/>
        </p:nvCxnSpPr>
        <p:spPr>
          <a:xfrm flipH="1">
            <a:off x="7587378" y="3281014"/>
            <a:ext cx="271309" cy="694578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AFC8AE9-CFD6-4BFE-5A2C-733DC742962B}"/>
              </a:ext>
            </a:extLst>
          </p:cNvPr>
          <p:cNvCxnSpPr>
            <a:cxnSpLocks/>
          </p:cNvCxnSpPr>
          <p:nvPr/>
        </p:nvCxnSpPr>
        <p:spPr>
          <a:xfrm flipV="1">
            <a:off x="7872508" y="3817976"/>
            <a:ext cx="690577" cy="3937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吹き出し: 角を丸めた四角形 56">
            <a:extLst>
              <a:ext uri="{FF2B5EF4-FFF2-40B4-BE49-F238E27FC236}">
                <a16:creationId xmlns:a16="http://schemas.microsoft.com/office/drawing/2014/main" id="{720484AB-E037-3BAA-EFA7-C0331D2D598A}"/>
              </a:ext>
            </a:extLst>
          </p:cNvPr>
          <p:cNvSpPr/>
          <p:nvPr/>
        </p:nvSpPr>
        <p:spPr>
          <a:xfrm>
            <a:off x="6865377" y="4538525"/>
            <a:ext cx="2659734" cy="1167116"/>
          </a:xfrm>
          <a:prstGeom prst="wedgeRoundRectCallout">
            <a:avLst>
              <a:gd name="adj1" fmla="val 5787"/>
              <a:gd name="adj2" fmla="val -86905"/>
              <a:gd name="adj3" fmla="val 16667"/>
            </a:avLst>
          </a:prstGeom>
          <a:solidFill>
            <a:srgbClr val="5BB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>
                <a:latin typeface="Yu Gothic UI" panose="020B0500000000000000" pitchFamily="50" charset="-128"/>
                <a:ea typeface="Yu Gothic UI" panose="020B0500000000000000" pitchFamily="50" charset="-128"/>
              </a:rPr>
              <a:t>スキーマレス</a:t>
            </a:r>
            <a:endParaRPr lang="en-US" altLang="ja-JP" b="1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lang="ja-JP" altLang="en-US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必要な</a:t>
            </a:r>
            <a:r>
              <a:rPr lang="ja-JP" altLang="en-US" b="1">
                <a:latin typeface="Yu Gothic UI" panose="020B0500000000000000" pitchFamily="50" charset="-128"/>
                <a:ea typeface="Yu Gothic UI" panose="020B0500000000000000" pitchFamily="50" charset="-128"/>
              </a:rPr>
              <a:t>関係性を</a:t>
            </a:r>
            <a:endParaRPr lang="en-US" altLang="ja-JP" b="1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lang="en-US" altLang="ja-JP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wiki</a:t>
            </a:r>
            <a:r>
              <a:rPr lang="ja-JP" altLang="en-US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作成時</a:t>
            </a:r>
            <a:r>
              <a:rPr lang="ja-JP" altLang="en-US" b="1">
                <a:latin typeface="Yu Gothic UI" panose="020B0500000000000000" pitchFamily="50" charset="-128"/>
                <a:ea typeface="Yu Gothic UI" panose="020B0500000000000000" pitchFamily="50" charset="-128"/>
              </a:rPr>
              <a:t>につくれる</a:t>
            </a:r>
            <a:endParaRPr lang="en-US" altLang="ja-JP" b="1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8" name="吹き出し: 角を丸めた四角形 57">
            <a:extLst>
              <a:ext uri="{FF2B5EF4-FFF2-40B4-BE49-F238E27FC236}">
                <a16:creationId xmlns:a16="http://schemas.microsoft.com/office/drawing/2014/main" id="{E069214A-712B-036E-2B98-CFD2C979A9F0}"/>
              </a:ext>
            </a:extLst>
          </p:cNvPr>
          <p:cNvSpPr/>
          <p:nvPr/>
        </p:nvSpPr>
        <p:spPr>
          <a:xfrm>
            <a:off x="1866376" y="4882494"/>
            <a:ext cx="2355677" cy="1045690"/>
          </a:xfrm>
          <a:prstGeom prst="wedgeRoundRectCallout">
            <a:avLst>
              <a:gd name="adj1" fmla="val 6062"/>
              <a:gd name="adj2" fmla="val -81252"/>
              <a:gd name="adj3" fmla="val 16667"/>
            </a:avLst>
          </a:prstGeom>
          <a:solidFill>
            <a:srgbClr val="5BB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wiki</a:t>
            </a:r>
            <a:r>
              <a:rPr lang="ja-JP" altLang="en-US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をアップデートする</a:t>
            </a:r>
            <a:endParaRPr lang="en-US" altLang="ja-JP" b="1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lang="ja-JP" altLang="en-US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コストは低い</a:t>
            </a:r>
            <a:endParaRPr lang="en-US" altLang="ja-JP" b="1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9" name="円弧 58">
            <a:extLst>
              <a:ext uri="{FF2B5EF4-FFF2-40B4-BE49-F238E27FC236}">
                <a16:creationId xmlns:a16="http://schemas.microsoft.com/office/drawing/2014/main" id="{BE0C3D3E-4AA0-66E6-6678-D05CE6C0E7F5}"/>
              </a:ext>
            </a:extLst>
          </p:cNvPr>
          <p:cNvSpPr/>
          <p:nvPr/>
        </p:nvSpPr>
        <p:spPr>
          <a:xfrm rot="10252540" flipH="1">
            <a:off x="2808962" y="3685120"/>
            <a:ext cx="1316342" cy="551098"/>
          </a:xfrm>
          <a:prstGeom prst="arc">
            <a:avLst>
              <a:gd name="adj1" fmla="val 11234671"/>
              <a:gd name="adj2" fmla="val 17403126"/>
            </a:avLst>
          </a:prstGeom>
          <a:ln w="76200">
            <a:solidFill>
              <a:srgbClr val="5BB9FF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DF917F3C-8DC3-424D-1BAA-355D708F515D}"/>
              </a:ext>
            </a:extLst>
          </p:cNvPr>
          <p:cNvCxnSpPr>
            <a:cxnSpLocks/>
          </p:cNvCxnSpPr>
          <p:nvPr/>
        </p:nvCxnSpPr>
        <p:spPr>
          <a:xfrm flipV="1">
            <a:off x="7259997" y="2399016"/>
            <a:ext cx="757949" cy="65945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6A35B0BB-1E4B-DCAF-7969-6D1FE9444A9F}"/>
              </a:ext>
            </a:extLst>
          </p:cNvPr>
          <p:cNvSpPr txBox="1"/>
          <p:nvPr/>
        </p:nvSpPr>
        <p:spPr>
          <a:xfrm>
            <a:off x="4154366" y="4696551"/>
            <a:ext cx="1266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生成</a:t>
            </a:r>
            <a:r>
              <a:rPr kumimoji="1" lang="en-US" altLang="ja-JP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AI</a:t>
            </a:r>
            <a:endParaRPr kumimoji="1" lang="ja-JP" altLang="en-US" b="1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00163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49</Words>
  <Application>Microsoft Office PowerPoint</Application>
  <PresentationFormat>ワイド画面</PresentationFormat>
  <Paragraphs>18</Paragraphs>
  <Slides>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Yu Gothic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naoki 山田</dc:creator>
  <cp:lastModifiedBy>naoki 山田</cp:lastModifiedBy>
  <cp:revision>52</cp:revision>
  <dcterms:created xsi:type="dcterms:W3CDTF">2026-04-26T09:51:25Z</dcterms:created>
  <dcterms:modified xsi:type="dcterms:W3CDTF">2026-04-26T11:03:39Z</dcterms:modified>
</cp:coreProperties>
</file>